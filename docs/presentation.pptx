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Nutrition &amp; Recipe Analytics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500"/>
                </a:solidFill>
                <a:latin typeface="Calibri"/>
              </a:rPr>
              <a:t>XJCO3011 Web Services and Web Data  ·  Coursework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  <a:latin typeface="Calibri"/>
              </a:rPr>
              <a:t>A fully functional RESTful API backed by 3 open food datasets:
USDA FoodData Central · Food.com Recipes · Open Food Facts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2011680" cy="82296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500"/>
                </a:solidFill>
                <a:latin typeface="Calibr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  <a:latin typeface="Calibri"/>
              </a:rPr>
              <a:t>HTTP Endpoints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4389120"/>
            <a:ext cx="2011680" cy="82296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500"/>
                </a:solidFill>
                <a:latin typeface="Calibri"/>
              </a:rPr>
              <a:t>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  <a:latin typeface="Calibri"/>
              </a:rPr>
              <a:t>Passing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389120"/>
            <a:ext cx="2011680" cy="82296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500"/>
                </a:solidFill>
                <a:latin typeface="Calibri"/>
              </a:rPr>
              <a:t>7,793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  <a:latin typeface="Calibri"/>
              </a:rPr>
              <a:t>Ingredients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389120"/>
            <a:ext cx="2011680" cy="82296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500"/>
                </a:solidFill>
                <a:latin typeface="Calibri"/>
              </a:rPr>
              <a:t>231,636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  <a:latin typeface="Calibri"/>
              </a:rPr>
              <a:t>Recipes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4389120"/>
            <a:ext cx="2011680" cy="82296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407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500"/>
                </a:solidFill>
                <a:latin typeface="Calibr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  <a:latin typeface="Calibri"/>
              </a:rPr>
              <a:t>MCP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  <a:latin typeface="Calibri"/>
              </a:rPr>
              <a:t>GitHub: github.com/Qhf7/XJCO3011-CW1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  <a:latin typeface="Calibri"/>
              </a:rPr>
              <a:t>Live API: web-production-e0934.up.railway.app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F8C8D"/>
                </a:solidFill>
                <a:latin typeface="Calibri"/>
              </a:rPr>
              <a:t>Deadline: 21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What · Why ·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2A5C"/>
                </a:solidFill>
                <a:latin typeface="Calibri"/>
              </a:rPr>
              <a:t>What is it?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19072"/>
            <a:ext cx="5303520" cy="4572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RESTful API for nutrition analysis and recipe management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Backed by 3 authoritative open datasets (USDA, Food.com, OFF)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30 HTTP endpoints across 5 domains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JWT-protected write operations (OAuth2 Password Flow)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MCP server exposes 10 tools for AI assistants (Claude, GPT-4)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Deployed live on Railway (cloud platform)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57784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2A5C"/>
                </a:solidFill>
                <a:latin typeface="Calibri"/>
              </a:rPr>
              <a:t>Why this topic?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19072"/>
            <a:ext cx="5577840" cy="4572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Nutrition data is universally relevant — everyone eats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Rich, public-domain datasets available (USDA, Kaggle)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Complex analytics justify advanced implementation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Opportunity to invent novel metrics (NDS, difficulty score)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MCP integration showcases cutting-edge AI interoperability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▸  Real-world utility: dietary tracking, meal planning, allergen safety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Justified choices — not defaults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1945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194560" cy="50292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61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600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8C8D"/>
                </a:solidFill>
                <a:latin typeface="Calibri"/>
              </a:rPr>
              <a:t>Python 3.12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2024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Auto-generated OpenAPI docs, Pydantic v2 validation,
async support. Chosen over Django REST: zero-config
Swagger UI is a coursework requirement.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234440"/>
            <a:ext cx="21945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234440"/>
            <a:ext cx="2194560" cy="50292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1261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SQLAlchemy 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1600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8C8D"/>
                </a:solidFill>
                <a:latin typeface="Calibri"/>
              </a:rPr>
              <a:t>ORM + 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92024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Type-annotated Mapped[T] models. SQLite: no server
process, sub-ms queries on 231K recipes, WAL mode.
Migrate to PostgreSQL with one env-var 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234440"/>
            <a:ext cx="21945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1234440"/>
            <a:ext cx="21945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261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JWT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1600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8C8D"/>
                </a:solidFill>
                <a:latin typeface="Calibri"/>
              </a:rPr>
              <a:t>python-jose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92024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OAuth2 Password Flow, RFC 6750 Bearer tokens.
passlib/bcrypt password hashing. Reusable FastAPI
dependency injected into all protected routes.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1234440"/>
            <a:ext cx="21945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1234440"/>
            <a:ext cx="2194560" cy="50292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1261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FastMCP 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1600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8C8D"/>
                </a:solidFill>
                <a:latin typeface="Calibri"/>
              </a:rPr>
              <a:t>MCP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192024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Exposes 10 nutrition tools to AI assistants.
search_recipes, get_allergens, compare_ingredients…
Targets 70–79 'MCP-compatible advanced features' band.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234440"/>
            <a:ext cx="21945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234440"/>
            <a:ext cx="21945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1261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1600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8C8D"/>
                </a:solidFill>
                <a:latin typeface="Calibri"/>
              </a:rPr>
              <a:t>56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92024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4 modules, in-memory SQLite (StaticPool).
Covers auth, CRUD, analytics, service unit tests.
All 56 pass in &lt; 4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Clean 4-layer design for testability and separation of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11521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137160" cy="100584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02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2A5C"/>
                </a:solidFill>
                <a:latin typeface="Calibri"/>
              </a:rPr>
              <a:t>HTTP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06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FastAPI Routers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452880"/>
            <a:ext cx="2103120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452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4A9E"/>
                </a:solidFill>
                <a:latin typeface="Courier New"/>
              </a:rPr>
              <a:t>app/routers/*.py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4528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Thin controllers — receive requests, call services, return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04872"/>
            <a:ext cx="11521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404872"/>
            <a:ext cx="137160" cy="100584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810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2A5C"/>
                </a:solidFill>
                <a:latin typeface="Calibri"/>
              </a:rPr>
              <a:t>Schemas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85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Pydantic v2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531872"/>
            <a:ext cx="2103120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2531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4A9E"/>
                </a:solidFill>
                <a:latin typeface="Courier New"/>
              </a:rPr>
              <a:t>app/schemas/*.py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53187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Request validation &amp; response serialization. 422 on malformed input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83864"/>
            <a:ext cx="11521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483864"/>
            <a:ext cx="137160" cy="10058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600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2A5C"/>
                </a:solidFill>
                <a:latin typeface="Calibri"/>
              </a:rPr>
              <a:t>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648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Business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610864"/>
            <a:ext cx="2103120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3610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4A9E"/>
                </a:solidFill>
                <a:latin typeface="Courier New"/>
              </a:rPr>
              <a:t>app/services/*.py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61086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Allergen detection, NDS scoring, difficulty estimation — pure Python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62856"/>
            <a:ext cx="11521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562856"/>
            <a:ext cx="13716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3905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2A5C"/>
                </a:solidFill>
                <a:latin typeface="Calibri"/>
              </a:rPr>
              <a:t>Data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43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SQLAlchemy 2.0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4689856"/>
            <a:ext cx="2103120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6898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4A9E"/>
                </a:solidFill>
                <a:latin typeface="Courier New"/>
              </a:rPr>
              <a:t>app/models/*.py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68985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ORM table definitions. nutrition.db (456 MB) / nutrition_demo.db (11.6 MB)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394960"/>
            <a:ext cx="11521440" cy="777240"/>
          </a:xfrm>
          <a:prstGeom prst="rect">
            <a:avLst/>
          </a:prstGeom>
          <a:solidFill>
            <a:srgbClr val="EEE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394960"/>
            <a:ext cx="137160" cy="77724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422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59E"/>
                </a:solidFill>
                <a:latin typeface="Calibri"/>
              </a:rPr>
              <a:t>MCP Server  (app/mcp_server.py)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42239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Runs alongside FastAPI · exposes 10 tools to Claude/GPT-4 via Model Context Protocol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Three authoritative open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3657600" cy="73152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35331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7,793
foods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USDA FoodData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SR Legacy 2018 · Public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1031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7,793 foods with precise per-100g measurements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474 nutrient types: energy, macros, vitamins, minerals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Source of truth for ingredient nutrition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URL: fdc.nal.usda.gov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325880"/>
            <a:ext cx="3657600" cy="73152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35331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231,636
recipes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Food.com Recipes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Kaggle · CC BY-SA 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1031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231,636 real-world recipes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Ingredients list, steps, cooking time, tags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Per-serving %DV nutritional estimates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Used for recipe CRUD +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325880"/>
            <a:ext cx="36576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135331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Live
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Open Food 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Cache-first · ODbL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1031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Real-time lookup by barcode or product name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Allergen data, Nutri-Score grade (A–E)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Results cached locally (off_product table)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Keeps deployment DB at 11.6 MB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Innovation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Three proprietary algorithms beyond basic CRUD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3657600" cy="68580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353312"/>
            <a:ext cx="868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A–E
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3716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🎯 Nutrient Density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29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4A9E"/>
                </a:solidFill>
                <a:latin typeface="Courier New"/>
              </a:rPr>
              <a:t>NDS = mean(protein, fibre, Vit-C, Ca, Fe scores)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231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Measures nutrition value per 100 kcal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Graded A–E (like Nutri-Score)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Spinach: Grade A  ·  Sugar: Grade 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Endpoint: GET /ingredients/{id}/nutrient-density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325880"/>
            <a:ext cx="3657600" cy="68580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353312"/>
            <a:ext cx="868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1–5
Stars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3716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⭐ Difficulty Estimator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029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4A9E"/>
                </a:solidFill>
                <a:latin typeface="Courier New"/>
              </a:rPr>
              <a:t>Multi-factor 1–5 star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4231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Factors: steps + ingredients + time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Technique detection: 30 advanced keywords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(sous vide, deglaze, emulsify…)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Endpoint: GET /recipes/{id}/difficulty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325880"/>
            <a:ext cx="365760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1353312"/>
            <a:ext cx="868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9+1
Allergens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3716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⚠️ FDA Allergen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029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4A9E"/>
                </a:solidFill>
                <a:latin typeface="Courier New"/>
              </a:rPr>
              <a:t>9 major FDA allergens + sulfites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4231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Keyword matching across ingredient list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Returns per-allergen ingredient breakdown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safe_for labels: peanut-free, egg-free…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▸  Endpoint: GET /recipes/{id}/allergens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30 endpoints across 5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261872"/>
            <a:ext cx="2286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261872"/>
            <a:ext cx="2286000" cy="59436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98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🔐 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371600"/>
            <a:ext cx="365760" cy="32004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9659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POST /auth/register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048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POST /auth/login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261872"/>
            <a:ext cx="292608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1261872"/>
            <a:ext cx="2926080" cy="59436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298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🥦 Ingredients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371600"/>
            <a:ext cx="365760" cy="32004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19659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/ingredients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4048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POST /ingredients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8437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/ingredients/{id}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2826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PUT /ingredients/{id}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721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DELETE /ingredients/{id}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1605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…/nutrition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5994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…/nutrient-density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0383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/ingredients/categories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261872"/>
            <a:ext cx="292608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1261872"/>
            <a:ext cx="292608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1298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🍽️ Recipes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371600"/>
            <a:ext cx="365760" cy="32004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19659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/recipes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24048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POST /recipes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28437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/recipes/{id}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2826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PUT /recipes/{id}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7216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DELETE /recipes/{id}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1605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…/allergens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5994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…/difficulty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0383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…/nutrition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4772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/recipes/by-ingredients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1261872"/>
            <a:ext cx="32004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95360" y="1261872"/>
            <a:ext cx="3200400" cy="59436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12984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📊 Analytics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338560" y="1371600"/>
            <a:ext cx="365760" cy="32004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3856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19659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POST /analytics/nutrition/calculate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4048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POST /analytics/ingredients/compare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8437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POST /analytics/meal-plan/analyze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28269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/analytics/calories/distribution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37216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/analytics/top-ingredients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1605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/analytics/macro-trends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5994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/analytics/allergen-stats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0" y="1261872"/>
            <a:ext cx="548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887200" y="1261872"/>
            <a:ext cx="548640" cy="59436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978640" y="12984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🌍 Open Food Facts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978640" y="1371600"/>
            <a:ext cx="365760" cy="32004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97864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2+2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78640" y="196596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/food/barcode/{barcode}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978640" y="240487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/food/search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978640" y="284378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 (health)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978640" y="3282696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ourier New"/>
              </a:rPr>
              <a:t>GET /stats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MCP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AI-native interface — Claude &amp; GPT-4 can call your API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2A5C"/>
                </a:solidFill>
                <a:latin typeface="Calibri"/>
              </a:rPr>
              <a:t>What is MCP?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5303520" cy="36576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Model Context Protocol — open standard by Anthropic (2024)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Allows AI assistants to call external tools as functions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FastMCP 3.0 wraps FastAPI functions as MCP tools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AI can query nutrition data in natural language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Targets 70–79 marking band: 'MCP-compatible advanced features'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2A5C"/>
                </a:solidFill>
                <a:latin typeface="Calibri"/>
              </a:rPr>
              <a:t>10 MCP Tools  (app/mcp_server.py)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577840" cy="36576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74519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126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search_recipes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9126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Find recipes by name/ingredients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313431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51531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get_recipe_allergens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35153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Detect allergens in a recipe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752343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79044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get_recipe_difficulty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79044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Get 1–5 difficulty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191255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229355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search_ingredients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22935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Search USDA ingredient database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630167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66826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get_ingredient_nutrition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66826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Per-100g macro &amp; micro nutrients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069079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1071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get_nutrient_density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1071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NDS score A–E grade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507991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546091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compare_ingredients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54609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Side-by-side nutrition comparison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4946903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98500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calculate_nutrition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98500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Custom meal nutrition 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385815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423915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analyze_meal_plan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4239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Full-day DRI coverage analysis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824727"/>
            <a:ext cx="51206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86282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A9E"/>
                </a:solidFill>
                <a:latin typeface="Courier New"/>
              </a:rPr>
              <a:t>get_api_stats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58628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Live database statistics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15 commits · consistent incremental development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411480" cy="393192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0556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Initial project structure and FastAPI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0876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Core skeleton, dependencies, app/main.py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411480" cy="393192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30556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Add dataset documentation and data import 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USDA, Food.com, OFF import scripts + Data/README.md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728216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728216"/>
            <a:ext cx="411480" cy="393192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728216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75361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Add database models and schemas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95681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SQLAlchemy ORM models, Pydantic v2 schemas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728216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728216"/>
            <a:ext cx="411480" cy="393192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728216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75361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Implement authentication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95681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JWT auth, OAuth2 Password Flow, passlib/bcrypt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176272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176272"/>
            <a:ext cx="411480" cy="393192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176272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20167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Add ingredients and recipes CRUD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40487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app/routers/ingredients.py + recipes.py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176272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176272"/>
            <a:ext cx="411480" cy="393192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176272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20167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Implement analytics services and endpoints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40487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NDS, difficulty estimator, allergen engine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624328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2624328"/>
            <a:ext cx="411480" cy="393192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624328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264972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Integrate Open Food Facts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285292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Cache-first barcode/name lookup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624328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2624328"/>
            <a:ext cx="411480" cy="39319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2624328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264972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Add MCP server with 10 tools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285292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FastMCP 3.0, app/mcp_server.py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072384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072384"/>
            <a:ext cx="411480" cy="39319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3072384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30977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Add comprehensive test suite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330098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56 pytest tests, StaticPool in-memory 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072384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3072384"/>
            <a:ext cx="411480" cy="39319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3072384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30977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Add pre-built demo database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330098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nutrition_demo.db (11.6 MB), create_demo_db.py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520440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3520440"/>
            <a:ext cx="411480" cy="39319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3520440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354584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Configure Railway deployment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374904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Procfile, railway.toml, render.yaml, wsgi.py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3520440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20" y="3520440"/>
            <a:ext cx="411480" cy="39319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0" y="3520440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354584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Add technical report and API documentation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374904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docs/technical_report.pdf, api_documentation.pdf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968496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4320" y="3968496"/>
            <a:ext cx="411480" cy="39319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3968496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#13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399389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Add GenAI appendix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419709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docs/genai_appendix.pdf (161 messages, 7 stages)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3968496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17920" y="3968496"/>
            <a:ext cx="411480" cy="39319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0" y="3968496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#14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5120" y="399389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Fix ingredient CRUD and Pydantic v2 compatibility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419709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FOREIGN KEY bug, ConfigDict migration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416552"/>
            <a:ext cx="5760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4416552"/>
            <a:ext cx="411480" cy="39319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4416552"/>
            <a:ext cx="411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#15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444195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Docs: update tech report &amp; API docs with Railway URL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464515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Lessons Learned, References, live base URL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9E"/>
                </a:solidFill>
                <a:latin typeface="Calibri"/>
              </a:rPr>
              <a:t>🔗  github.com/Qhf7/XJCO3011-CW1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56 tests · 4 modules · 100% pass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521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109728" cy="1005840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436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ourier New"/>
              </a:rPr>
              <a:t>test_auth.py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35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A9E"/>
                </a:solidFill>
                <a:latin typeface="Calibri"/>
              </a:rPr>
              <a:t>8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07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Registration, login, JWT token validation, access control, invalid credentials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77440"/>
            <a:ext cx="11521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377440"/>
            <a:ext cx="109728" cy="10058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409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ourier New"/>
              </a:rPr>
              <a:t>test_ingredients.py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3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0"/>
                </a:solidFill>
                <a:latin typeface="Calibri"/>
              </a:rPr>
              <a:t>12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044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Full CRUD, nutrition lookup, NDS grading, search, USDA read-only protection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74720"/>
            <a:ext cx="11521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474720"/>
            <a:ext cx="109728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382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ourier New"/>
              </a:rPr>
              <a:t>test_recipes.py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30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17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601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Full CRUD, allergen detection, difficulty scoring, nutrition scaling, smart filters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11521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572000"/>
            <a:ext cx="109728" cy="100584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355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ourier New"/>
              </a:rPr>
              <a:t>test_analytics.py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2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59E"/>
                </a:solidFill>
                <a:latin typeface="Calibri"/>
              </a:rPr>
              <a:t>19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6990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Service unit tests (allergen/difficulty/NDS), analytics endpoints, nutrition calculator, meal plan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69280"/>
            <a:ext cx="1152144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15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7A40"/>
                </a:solidFill>
                <a:latin typeface="Calibri"/>
              </a:rPr>
              <a:t>⚙️  Test isolation:  SQLAlchemy StaticPool ensures all test sessions share one in-memory connection  ·  Production database never modified  ·  All 56 tests complete in &lt; 4 seconds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Live on Railway — Professional cloud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2A5C"/>
                </a:solidFill>
                <a:latin typeface="Calibri"/>
              </a:rPr>
              <a:t>Railway (railway.app)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5669280" cy="36576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Automatic deployment from GitHub main branch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Start command: uvicorn app.main:app --host 0.0.0.0 --port $PORT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Health check: GET / (returns 200 OK)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2 vCPU · 1 GB RAM — handles full 231K recipe dataset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nutrition_demo.db (11.6 MB) tracked in repository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Full database at runtime: config.py auto-selects available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2A5C"/>
                </a:solidFill>
                <a:latin typeface="Calibri"/>
              </a:rPr>
              <a:t>Live URLs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5669280" cy="36576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539496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456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8C8D"/>
                </a:solidFill>
                <a:latin typeface="Calibri"/>
              </a:rPr>
              <a:t>API 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4A9E"/>
                </a:solidFill>
                <a:latin typeface="Courier New"/>
              </a:rPr>
              <a:t>web-production-e0934.up.railway.app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532888"/>
            <a:ext cx="539496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58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8C8D"/>
                </a:solidFill>
                <a:latin typeface="Calibri"/>
              </a:rPr>
              <a:t>Swagger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614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4A9E"/>
                </a:solidFill>
                <a:latin typeface="Courier New"/>
              </a:rPr>
              <a:t>web-production-e0934.up.railway.app/docs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45536"/>
            <a:ext cx="539496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170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8C8D"/>
                </a:solidFill>
                <a:latin typeface="Calibri"/>
              </a:rPr>
              <a:t>ReDoc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741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4A9E"/>
                </a:solidFill>
                <a:latin typeface="Courier New"/>
              </a:rPr>
              <a:t>web-production-e0934.up.railway.app/redoc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758184"/>
            <a:ext cx="539496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835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8C8D"/>
                </a:solidFill>
                <a:latin typeface="Calibri"/>
              </a:rPr>
              <a:t>OpenAPI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867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4A9E"/>
                </a:solidFill>
                <a:latin typeface="Courier New"/>
              </a:rPr>
              <a:t>web-production-e0934.up.railway.app/openapi.json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370832"/>
            <a:ext cx="539496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962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8C8D"/>
                </a:solidFill>
                <a:latin typeface="Calibri"/>
              </a:rPr>
              <a:t>Health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994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4A9E"/>
                </a:solidFill>
                <a:latin typeface="Courier New"/>
              </a:rPr>
              <a:t>web-production-e0934.up.railway.app/ → 200 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394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Config files: Procfile · railway.toml · render.yaml · wsgi.py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API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Auto-generated Swagger UI + 12-page PDF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2A5C"/>
                </a:solidFill>
                <a:latin typeface="Calibri"/>
              </a:rPr>
              <a:t>What's documented?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5303520" cy="36576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All 30 endpoints with parameters and response formats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Authentication flow (3-step: register → login → Bearer token)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Full Error Code Reference (400, 401, 403, 404, 422, 500)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10 JSON request/response examples (pages 8–12 of PDF)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Swagger UI: interactive testing in browser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ReDoc: clean reading-friendly format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▸  PDF exported from live OpenAPI 3.1.0 spec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2A5C"/>
                </a:solidFill>
                <a:latin typeface="Calibri"/>
              </a:rPr>
              <a:t>Example: GET /recipes/{id}/allergens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577840" cy="36576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5394960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22E"/>
                </a:solidFill>
                <a:latin typeface="Courier New"/>
              </a:rPr>
              <a:t>{
  "recipe_id": 42,
  "recipe_name": "Classic Mac and Cheese",
  "allergens_detected": [
    {
      "allergen": "dairy",
      "ingredients": ["cheddar", "butter", "milk"]
    },
    {
      "allergen": "gluten",
      "ingredients": ["elbow macaroni"]
    }
  ],
  "safe_for": ["peanut-free", "egg-free", "soy-free"],
  "allergen_free": false
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Generative AI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GREEN light assessment — AI as primary thought partner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5214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109728" cy="713232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30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A5C"/>
                </a:solidFill>
                <a:latin typeface="Calibri"/>
              </a:rPr>
              <a:t>Dataset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40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AI analysed CSV schemas, identified 12 key USDA nutrient IDs from 474 available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115214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109728" cy="713232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8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A5C"/>
                </a:solidFill>
                <a:latin typeface="Calibri"/>
              </a:rPr>
              <a:t>Architecture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184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Explored FastAPI vs Django trade-offs; co-designed 4-layer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40"/>
            <a:ext cx="115214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34640"/>
            <a:ext cx="109728" cy="71323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85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A5C"/>
                </a:solidFill>
                <a:latin typeface="Calibri"/>
              </a:rPr>
              <a:t>Algorithm Co-design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961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NDS formula and difficulty estimator: I specified intent, AI proposed maths, I validated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80"/>
            <a:ext cx="115214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611880"/>
            <a:ext cx="109728" cy="71323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62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A5C"/>
                </a:solidFill>
                <a:latin typeface="Calibri"/>
              </a:rPr>
              <a:t>Code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738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AI generated initial modules; each reviewed, tested, refined (StaticPool, bcrypt fixes)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89120"/>
            <a:ext cx="115214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389120"/>
            <a:ext cx="109728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39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A5C"/>
                </a:solidFill>
                <a:latin typeface="Calibri"/>
              </a:rPr>
              <a:t>Debugging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516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Diagnosed starlette 1.0.0 conflict, SQLite VACUUM-in-transaction, pytest StaticPool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66360"/>
            <a:ext cx="115214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166360"/>
            <a:ext cx="109728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217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A5C"/>
                </a:solidFill>
                <a:latin typeface="Calibri"/>
              </a:rPr>
              <a:t>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293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AI drafted README, technical report, Swagger descriptions — all verified for accuracy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806440"/>
            <a:ext cx="11521440" cy="5486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833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56004"/>
                </a:solidFill>
                <a:latin typeface="Calibri"/>
              </a:rPr>
              <a:t>🏆  Grade Band Target: 80–89 (Excellent)  —  "High level use of GenAI to aid creative thinking and solution exploration"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All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  <a:latin typeface="Calibri"/>
              </a:rPr>
              <a:t>Everything submitted and accessible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7"/>
                </a:solidFill>
                <a:latin typeface="Calibri"/>
              </a:rPr>
              <a:t>XJCO3011 · Nutrition &amp; Recipe Analytics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7"/>
                </a:solidFill>
                <a:latin typeface="Calibri"/>
              </a:rPr>
              <a:t>University of Leeds / SWJTU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88952" cy="5394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834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2834640" cy="658368"/>
          </a:xfrm>
          <a:prstGeom prst="rect">
            <a:avLst/>
          </a:prstGeom>
          <a:solidFill>
            <a:srgbClr val="1A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📁 Code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568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4A9E"/>
                </a:solidFill>
                <a:latin typeface="Courier New"/>
              </a:rPr>
              <a:t>github.com/Qhf7/XJCO3011-CW1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2834640" cy="1828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28600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Public GitHub repository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15 meaningful commits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README.md with setup instructions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All code runnable locally and on Railway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280160"/>
            <a:ext cx="2834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280160"/>
            <a:ext cx="2834640" cy="658368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📄 API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9568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4A9E"/>
                </a:solidFill>
                <a:latin typeface="Courier New"/>
              </a:rPr>
              <a:t>docs/api_documentation.pdf  (12 pages)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231136"/>
            <a:ext cx="2834640" cy="1828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228600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All 30 endpoints documented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Auth flow + error codes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10 JSON request/response examples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Swagger UI: /docs   ReDoc: /redoc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280160"/>
            <a:ext cx="2834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280160"/>
            <a:ext cx="2834640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📋 Technical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568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4A9E"/>
                </a:solidFill>
                <a:latin typeface="Courier New"/>
              </a:rPr>
              <a:t>docs/technical_report.pdf  (4 pages)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31136"/>
            <a:ext cx="2834640" cy="1828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28600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Stack justification + architecture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Testing + Lessons Learned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Limitations + Future Work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GenAI declaration + References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280160"/>
            <a:ext cx="2834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0" y="1280160"/>
            <a:ext cx="2834640" cy="65836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Presentation Slides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9568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4A9E"/>
                </a:solidFill>
                <a:latin typeface="Courier New"/>
              </a:rPr>
              <a:t>docs/presentation.pptx  (this file)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231136"/>
            <a:ext cx="2834640" cy="1828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28600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Version control practices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API documentation overview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Technical report highlights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✓  All deliverables covered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400800"/>
            <a:ext cx="11521440" cy="3200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2A5C"/>
                </a:solidFill>
                <a:latin typeface="Calibri"/>
              </a:rPr>
              <a:t>📎  GenAI Appendix:  docs/genai_appendix.pdf  —  161 AI messages across 7 development stages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Live Demo &amp;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411480" cy="45720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456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Open Swagger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964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  <a:latin typeface="Courier New"/>
              </a:rPr>
              <a:t>web-production-e0934.up.railway.app/docs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411480" cy="45720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94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Register &amp;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4828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  <a:latin typeface="Courier New"/>
              </a:rPr>
              <a:t>POST /auth/register → POST /auth/login → copy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411480" cy="45720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429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Search recipes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9692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  <a:latin typeface="Courier New"/>
              </a:rPr>
              <a:t>GET /recipes?q=pasta → browse 231K real recipes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411480" cy="45720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91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Check allergens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4556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  <a:latin typeface="Courier New"/>
              </a:rPr>
              <a:t>GET /recipes/{id}/allergens → FDA 9-allergen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411480" cy="45720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40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NDS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9420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  <a:latin typeface="Courier New"/>
              </a:rPr>
              <a:t>GET /ingredients/{id}/nutrient-density → Grade A–E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411480" cy="457200"/>
          </a:xfrm>
          <a:prstGeom prst="rect">
            <a:avLst/>
          </a:prstGeom>
          <a:solidFill>
            <a:srgbClr val="F5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6888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Nutrition calculator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942840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  <a:latin typeface="Courier New"/>
              </a:rPr>
              <a:t>POST /analytics/nutrition/calculate → custom meal totals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500"/>
                </a:solidFill>
                <a:latin typeface="Calibri"/>
              </a:rPr>
              <a:t>GitHub: github.com/Qhf7/XJCO3011-CW1     Live API: web-production-e0934.up.railway.app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